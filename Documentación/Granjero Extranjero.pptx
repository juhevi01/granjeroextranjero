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61" r:id="rId5"/>
    <p:sldId id="259" r:id="rId6"/>
    <p:sldId id="260" r:id="rId7"/>
  </p:sldIdLst>
  <p:sldSz cx="9144000" cy="5143500" type="screen16x9"/>
  <p:notesSz cx="6858000" cy="9144000"/>
  <p:embeddedFontLst>
    <p:embeddedFont>
      <p:font typeface="Maven Pro" panose="020B0604020202020204" charset="0"/>
      <p:regular r:id="rId9"/>
      <p:bold r:id="rId10"/>
    </p:embeddedFont>
    <p:embeddedFont>
      <p:font typeface="Nunito" pitchFamily="2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9d82c04263_0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9d82c04263_0_2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9d82c04263_0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9d82c04263_0_2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D441EB03-53DD-2CD5-0FB9-47E58856F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9d82c04263_0_278:notes">
            <a:extLst>
              <a:ext uri="{FF2B5EF4-FFF2-40B4-BE49-F238E27FC236}">
                <a16:creationId xmlns:a16="http://schemas.microsoft.com/office/drawing/2014/main" id="{FA2C02D2-ECB8-E549-F9A3-4042EF7F10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9d82c04263_0_278:notes">
            <a:extLst>
              <a:ext uri="{FF2B5EF4-FFF2-40B4-BE49-F238E27FC236}">
                <a16:creationId xmlns:a16="http://schemas.microsoft.com/office/drawing/2014/main" id="{E4243919-95FD-68C3-5F7B-AE9F9AD062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55510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9d82c04263_0_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9d82c04263_0_2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9d82c04263_0_2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9d82c04263_0_2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3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name="adj1" fmla="val 8244818"/>
                  <a:gd name="adj2" fmla="val 16246175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name="adj1" fmla="val 8801158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name="adj1" fmla="val 1255410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2"/>
          <p:cNvSpPr txBox="1">
            <a:spLocks noGrp="1"/>
          </p:cNvSpPr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2"/>
          <p:cNvSpPr txBox="1">
            <a:spLocks noGrp="1"/>
          </p:cNvSpPr>
          <p:nvPr>
            <p:ph type="subTitle" idx="1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2" name="Google Shape;82;p3"/>
          <p:cNvSpPr txBox="1">
            <a:spLocks noGrp="1"/>
          </p:cNvSpPr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3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" name="Google Shape;88;p4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0" name="Google Shape;90;p4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5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5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5"/>
          <p:cNvSpPr txBox="1">
            <a:spLocks noGrp="1"/>
          </p:cNvSpPr>
          <p:nvPr>
            <p:ph type="body" idx="2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5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6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6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" name="Google Shape;109;p7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7"/>
          <p:cNvSpPr txBox="1">
            <a:spLocks noGrp="1"/>
          </p:cNvSpPr>
          <p:nvPr>
            <p:ph type="body" idx="1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11" name="Google Shape;111;p7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5" name="Google Shape;125;p8"/>
          <p:cNvSpPr txBox="1">
            <a:spLocks noGrp="1"/>
          </p:cNvSpPr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8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Google Shape;131;p9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body" idx="2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9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" name="Google Shape;139;p10"/>
          <p:cNvSpPr txBox="1">
            <a:spLocks noGrp="1"/>
          </p:cNvSpPr>
          <p:nvPr>
            <p:ph type="body" idx="1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40" name="Google Shape;140;p10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68" name="Google Shape;268;p11"/>
          <p:cNvSpPr txBox="1">
            <a:spLocks noGrp="1"/>
          </p:cNvSpPr>
          <p:nvPr>
            <p:ph type="title" hasCustomPrompt="1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>
            <a:spLocks noGrp="1"/>
          </p:cNvSpPr>
          <p:nvPr>
            <p:ph type="body" idx="1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0" name="Google Shape;270;p1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mentu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>
            <a:spLocks noGrp="1"/>
          </p:cNvSpPr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Granjero Extranjero</a:t>
            </a:r>
            <a:endParaRPr/>
          </a:p>
        </p:txBody>
      </p:sp>
      <p:sp>
        <p:nvSpPr>
          <p:cNvPr id="278" name="Google Shape;278;p13"/>
          <p:cNvSpPr txBox="1">
            <a:spLocks noGrp="1"/>
          </p:cNvSpPr>
          <p:nvPr>
            <p:ph type="subTitle" idx="1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Adria, Daniel, Julio, Isabella, Nicole, Carmen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¿En qué consiste el juego?</a:t>
            </a:r>
            <a:endParaRPr/>
          </a:p>
        </p:txBody>
      </p:sp>
      <p:sp>
        <p:nvSpPr>
          <p:cNvPr id="284" name="Google Shape;284;p14"/>
          <p:cNvSpPr txBox="1">
            <a:spLocks noGrp="1"/>
          </p:cNvSpPr>
          <p:nvPr>
            <p:ph type="body" idx="1"/>
          </p:nvPr>
        </p:nvSpPr>
        <p:spPr>
          <a:xfrm>
            <a:off x="1210000" y="16293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s" sz="1600"/>
              <a:t>Plataformas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s" sz="1600"/>
              <a:t>Recolección de objetos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s" sz="1600"/>
              <a:t>Esquivar enemigos</a:t>
            </a:r>
            <a:endParaRPr sz="1600"/>
          </a:p>
        </p:txBody>
      </p:sp>
      <p:pic>
        <p:nvPicPr>
          <p:cNvPr id="285" name="Google Shape;28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9375" y="2665525"/>
            <a:ext cx="2922575" cy="292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67725" y="1629350"/>
            <a:ext cx="872774" cy="872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76550" y="1475225"/>
            <a:ext cx="1291174" cy="1291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60525" y="2399525"/>
            <a:ext cx="754100" cy="75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5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Miro: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0063219-EB55-DD0B-6BAF-CF70B7BAF3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541" y="1323279"/>
            <a:ext cx="8080917" cy="34420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>
          <a:extLst>
            <a:ext uri="{FF2B5EF4-FFF2-40B4-BE49-F238E27FC236}">
              <a16:creationId xmlns:a16="http://schemas.microsoft.com/office/drawing/2014/main" id="{37758B80-9CA3-11FD-3136-C2CC78957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5">
            <a:extLst>
              <a:ext uri="{FF2B5EF4-FFF2-40B4-BE49-F238E27FC236}">
                <a16:creationId xmlns:a16="http://schemas.microsoft.com/office/drawing/2014/main" id="{ACF14A21-292F-3B0F-F3B2-40E6215627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Lo avanzado hasta el momento:</a:t>
            </a:r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6B6C065-C179-1B0A-CD1E-5E4B0CA8C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4821" y="2023061"/>
            <a:ext cx="3555342" cy="1883625"/>
          </a:xfrm>
          <a:prstGeom prst="rect">
            <a:avLst/>
          </a:prstGeom>
        </p:spPr>
      </p:pic>
      <p:pic>
        <p:nvPicPr>
          <p:cNvPr id="6" name="Imagen 5" descr="Pantalla de computadora con fondo azul&#10;&#10;El contenido generado por IA puede ser incorrecto.">
            <a:extLst>
              <a:ext uri="{FF2B5EF4-FFF2-40B4-BE49-F238E27FC236}">
                <a16:creationId xmlns:a16="http://schemas.microsoft.com/office/drawing/2014/main" id="{9D1B0FE2-CEBC-878E-F629-83B62421ED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37" y="2023061"/>
            <a:ext cx="3555343" cy="1883625"/>
          </a:xfrm>
          <a:prstGeom prst="rect">
            <a:avLst/>
          </a:prstGeom>
        </p:spPr>
      </p:pic>
      <p:sp>
        <p:nvSpPr>
          <p:cNvPr id="7" name="Google Shape;293;p15">
            <a:extLst>
              <a:ext uri="{FF2B5EF4-FFF2-40B4-BE49-F238E27FC236}">
                <a16:creationId xmlns:a16="http://schemas.microsoft.com/office/drawing/2014/main" id="{BE72FEBF-88B2-E9EA-7992-F2F414ADA089}"/>
              </a:ext>
            </a:extLst>
          </p:cNvPr>
          <p:cNvSpPr txBox="1">
            <a:spLocks/>
          </p:cNvSpPr>
          <p:nvPr/>
        </p:nvSpPr>
        <p:spPr>
          <a:xfrm>
            <a:off x="667407" y="1597875"/>
            <a:ext cx="3268201" cy="425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r>
              <a:rPr lang="es-ES" dirty="0"/>
              <a:t>Script movimiento del Personaje</a:t>
            </a:r>
          </a:p>
        </p:txBody>
      </p:sp>
      <p:sp>
        <p:nvSpPr>
          <p:cNvPr id="8" name="Google Shape;293;p15">
            <a:extLst>
              <a:ext uri="{FF2B5EF4-FFF2-40B4-BE49-F238E27FC236}">
                <a16:creationId xmlns:a16="http://schemas.microsoft.com/office/drawing/2014/main" id="{5E281CF7-024C-5473-8B4A-24A3CE2C1FCC}"/>
              </a:ext>
            </a:extLst>
          </p:cNvPr>
          <p:cNvSpPr txBox="1">
            <a:spLocks/>
          </p:cNvSpPr>
          <p:nvPr/>
        </p:nvSpPr>
        <p:spPr>
          <a:xfrm>
            <a:off x="5208394" y="1597875"/>
            <a:ext cx="3268201" cy="425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4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r>
              <a:rPr lang="es-ES" dirty="0"/>
              <a:t>Script de seguimiento del Enemigo</a:t>
            </a:r>
          </a:p>
        </p:txBody>
      </p:sp>
    </p:spTree>
    <p:extLst>
      <p:ext uri="{BB962C8B-B14F-4D97-AF65-F5344CB8AC3E}">
        <p14:creationId xmlns:p14="http://schemas.microsoft.com/office/powerpoint/2010/main" val="658965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Metas futuras y personas encargadas:</a:t>
            </a:r>
            <a:endParaRPr lang="es-ES"/>
          </a:p>
        </p:txBody>
      </p:sp>
      <p:sp>
        <p:nvSpPr>
          <p:cNvPr id="300" name="Google Shape;300;p16"/>
          <p:cNvSpPr txBox="1">
            <a:spLocks noGrp="1"/>
          </p:cNvSpPr>
          <p:nvPr>
            <p:ph type="body" idx="4294967295"/>
          </p:nvPr>
        </p:nvSpPr>
        <p:spPr>
          <a:xfrm>
            <a:off x="311700" y="1208225"/>
            <a:ext cx="4475890" cy="3490250"/>
          </a:xfrm>
        </p:spPr>
        <p:txBody>
          <a:bodyPr spcFirstLastPara="1" lIns="91425" tIns="91425" rIns="91425" bIns="91425" anchor="t" anchorCtr="0">
            <a:noAutofit/>
          </a:bodyPr>
          <a:lstStyle/>
          <a:p>
            <a:pPr marL="457200" lvl="0" indent="-336550">
              <a:spcAft>
                <a:spcPts val="600"/>
              </a:spcAft>
              <a:buClr>
                <a:srgbClr val="000000"/>
              </a:buClr>
              <a:buSzPts val="1700"/>
              <a:buFont typeface="Arial"/>
              <a:buChar char="-"/>
            </a:pPr>
            <a:r>
              <a:rPr lang="en-US" sz="1800" b="0" i="0" u="none" strike="noStrike" cap="none" dirty="0" err="1"/>
              <a:t>Menú</a:t>
            </a:r>
            <a:r>
              <a:rPr lang="en-US" sz="1800" b="0" i="0" u="none" strike="noStrike" cap="none" dirty="0"/>
              <a:t>: Daniel García</a:t>
            </a:r>
          </a:p>
          <a:p>
            <a:pPr marL="457200" lvl="0" indent="-336550">
              <a:spcAft>
                <a:spcPts val="600"/>
              </a:spcAft>
              <a:buClr>
                <a:srgbClr val="000000"/>
              </a:buClr>
              <a:buSzPts val="1700"/>
              <a:buFont typeface="Arial"/>
              <a:buChar char="-"/>
            </a:pPr>
            <a:r>
              <a:rPr lang="en-US" sz="1800" b="0" i="0" u="none" strike="noStrike" cap="none" dirty="0"/>
              <a:t>Barra de </a:t>
            </a:r>
            <a:r>
              <a:rPr lang="en-US" sz="1800" b="0" i="0" u="none" strike="noStrike" cap="none" dirty="0" err="1"/>
              <a:t>vida</a:t>
            </a:r>
            <a:r>
              <a:rPr lang="en-US" sz="1800" b="0" i="0" u="none" strike="noStrike" cap="none" dirty="0"/>
              <a:t>: Adrià</a:t>
            </a:r>
          </a:p>
          <a:p>
            <a:pPr lvl="0" indent="-336550">
              <a:spcAft>
                <a:spcPts val="600"/>
              </a:spcAft>
              <a:buClr>
                <a:srgbClr val="000000"/>
              </a:buClr>
              <a:buSzPts val="1700"/>
              <a:buFont typeface="Arial"/>
              <a:buChar char="-"/>
            </a:pPr>
            <a:r>
              <a:rPr lang="en-US" sz="1800" dirty="0" err="1"/>
              <a:t>Enemigos</a:t>
            </a:r>
            <a:r>
              <a:rPr lang="en-US" sz="1800" dirty="0"/>
              <a:t>: Julio Herraez</a:t>
            </a:r>
            <a:endParaRPr lang="en-US" sz="1800" b="0" i="0" u="none" strike="noStrike" cap="none" dirty="0"/>
          </a:p>
          <a:p>
            <a:pPr marL="457200" lvl="0" indent="-336550">
              <a:spcAft>
                <a:spcPts val="600"/>
              </a:spcAft>
              <a:buClr>
                <a:srgbClr val="000000"/>
              </a:buClr>
              <a:buSzPts val="1700"/>
              <a:buFont typeface="Arial"/>
              <a:buChar char="-"/>
            </a:pPr>
            <a:r>
              <a:rPr lang="en-US" sz="1800" b="0" i="0" u="none" strike="noStrike" cap="none" dirty="0"/>
              <a:t>Cámara: Daniel García</a:t>
            </a:r>
          </a:p>
          <a:p>
            <a:pPr marL="457200" lvl="0" indent="-336550">
              <a:spcAft>
                <a:spcPts val="600"/>
              </a:spcAft>
              <a:buClr>
                <a:srgbClr val="000000"/>
              </a:buClr>
              <a:buSzPts val="1700"/>
              <a:buFont typeface="Arial"/>
              <a:buChar char="-"/>
            </a:pPr>
            <a:r>
              <a:rPr lang="en-US" sz="1800" b="0" i="0" u="none" strike="noStrike" cap="none" dirty="0" err="1"/>
              <a:t>Recoger</a:t>
            </a:r>
            <a:r>
              <a:rPr lang="en-US" sz="1800" b="0" i="0" u="none" strike="noStrike" cap="none" dirty="0"/>
              <a:t> </a:t>
            </a:r>
            <a:r>
              <a:rPr lang="en-US" sz="1800" b="0" i="0" u="none" strike="noStrike" cap="none" dirty="0" err="1"/>
              <a:t>objetos</a:t>
            </a:r>
            <a:r>
              <a:rPr lang="en-US" sz="1800" b="0" i="0" u="none" strike="noStrike" cap="none" dirty="0"/>
              <a:t>: Isabella McBrown</a:t>
            </a:r>
          </a:p>
          <a:p>
            <a:pPr marL="457200" lvl="0" indent="-336550">
              <a:spcAft>
                <a:spcPts val="600"/>
              </a:spcAft>
              <a:buClr>
                <a:srgbClr val="000000"/>
              </a:buClr>
              <a:buSzPts val="1700"/>
              <a:buFont typeface="Arial"/>
              <a:buChar char="-"/>
            </a:pPr>
            <a:r>
              <a:rPr lang="en-US" sz="1800" b="0" i="0" u="none" strike="noStrike" cap="none" dirty="0" err="1"/>
              <a:t>Menú</a:t>
            </a:r>
            <a:r>
              <a:rPr lang="en-US" sz="1800" b="0" i="0" u="none" strike="noStrike" cap="none" dirty="0"/>
              <a:t> </a:t>
            </a:r>
            <a:r>
              <a:rPr lang="en-US" sz="1800" b="0" i="0" u="none" strike="noStrike" cap="none" dirty="0" err="1"/>
              <a:t>muerte</a:t>
            </a:r>
            <a:r>
              <a:rPr lang="en-US" sz="1800" b="0" i="0" u="none" strike="noStrike" cap="none" dirty="0"/>
              <a:t>: Carmen Guardino</a:t>
            </a:r>
          </a:p>
          <a:p>
            <a:pPr marL="457200" lvl="0" indent="-336550">
              <a:spcAft>
                <a:spcPts val="600"/>
              </a:spcAft>
              <a:buClr>
                <a:srgbClr val="000000"/>
              </a:buClr>
              <a:buSzPts val="1700"/>
              <a:buFont typeface="Arial"/>
              <a:buChar char="-"/>
            </a:pPr>
            <a:r>
              <a:rPr lang="en-US" sz="1800" b="0" i="0" u="none" strike="noStrike" cap="none" dirty="0" err="1"/>
              <a:t>Menú</a:t>
            </a:r>
            <a:r>
              <a:rPr lang="en-US" sz="1800" b="0" i="0" u="none" strike="noStrike" cap="none" dirty="0"/>
              <a:t> </a:t>
            </a:r>
            <a:r>
              <a:rPr lang="en-US" sz="1800" b="0" i="0" u="none" strike="noStrike" cap="none" dirty="0" err="1"/>
              <a:t>victoria</a:t>
            </a:r>
            <a:r>
              <a:rPr lang="en-US" sz="1800" b="0" i="0" u="none" strike="noStrike" cap="none" dirty="0"/>
              <a:t>: Nicole Guerra</a:t>
            </a:r>
          </a:p>
          <a:p>
            <a:pPr lvl="0" indent="-336550">
              <a:spcAft>
                <a:spcPts val="600"/>
              </a:spcAft>
              <a:buClr>
                <a:srgbClr val="000000"/>
              </a:buClr>
              <a:buSzPts val="1700"/>
              <a:buFont typeface="Arial"/>
              <a:buChar char="-"/>
            </a:pPr>
            <a:r>
              <a:rPr lang="en-US" sz="1800" b="0" i="0" u="none" strike="noStrike" cap="none" dirty="0" err="1"/>
              <a:t>Diálogos</a:t>
            </a:r>
            <a:r>
              <a:rPr lang="en-US" sz="1800" b="0" i="0" u="none" strike="noStrike" cap="none" dirty="0"/>
              <a:t>: Isabella McBrown</a:t>
            </a:r>
          </a:p>
          <a:p>
            <a:pPr marL="457200" lvl="0" indent="-336550">
              <a:spcAft>
                <a:spcPts val="600"/>
              </a:spcAft>
              <a:buClr>
                <a:srgbClr val="000000"/>
              </a:buClr>
              <a:buSzPts val="1700"/>
              <a:buFont typeface="Arial"/>
              <a:buChar char="-"/>
            </a:pPr>
            <a:r>
              <a:rPr lang="en-US" sz="1800" b="0" i="0" u="none" strike="noStrike" cap="none" dirty="0" err="1"/>
              <a:t>Mecánica</a:t>
            </a:r>
            <a:r>
              <a:rPr lang="en-US" sz="1800" b="0" i="0" u="none" strike="noStrike" cap="none" dirty="0"/>
              <a:t> </a:t>
            </a:r>
            <a:r>
              <a:rPr lang="en-US" sz="1800" b="0" i="0" u="none" strike="noStrike" cap="none" dirty="0" err="1"/>
              <a:t>cofre</a:t>
            </a:r>
            <a:r>
              <a:rPr lang="en-US" sz="1800" b="0" i="0" u="none" strike="noStrike" cap="none" dirty="0"/>
              <a:t>: Julio </a:t>
            </a:r>
            <a:r>
              <a:rPr lang="en-US" sz="1800" b="0" i="0" u="none" strike="noStrike" cap="none" dirty="0" err="1"/>
              <a:t>Herraez</a:t>
            </a:r>
            <a:endParaRPr lang="en-US" sz="1800" b="0" i="0" u="none" strike="noStrike" cap="none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C130E95-0815-F184-1B2E-FBA2D3E90730}"/>
              </a:ext>
            </a:extLst>
          </p:cNvPr>
          <p:cNvSpPr/>
          <p:nvPr/>
        </p:nvSpPr>
        <p:spPr>
          <a:xfrm>
            <a:off x="4854498" y="1092820"/>
            <a:ext cx="3977802" cy="3724688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5000">
                <a:schemeClr val="tx2">
                  <a:lumMod val="75000"/>
                </a:schemeClr>
              </a:gs>
              <a:gs pos="59000">
                <a:schemeClr val="tx2">
                  <a:lumMod val="60000"/>
                  <a:lumOff val="40000"/>
                </a:schemeClr>
              </a:gs>
              <a:gs pos="100000">
                <a:schemeClr val="tx2">
                  <a:lumMod val="5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2"/>
              </a:solidFill>
            </a:endParaRPr>
          </a:p>
        </p:txBody>
      </p:sp>
      <p:pic>
        <p:nvPicPr>
          <p:cNvPr id="3" name="Google Shape;301;p1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5113157" y="1167289"/>
            <a:ext cx="3547624" cy="3572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7"/>
          <p:cNvSpPr txBox="1">
            <a:spLocks noGrp="1"/>
          </p:cNvSpPr>
          <p:nvPr>
            <p:ph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FIN</a:t>
            </a:r>
            <a:endParaRPr/>
          </a:p>
        </p:txBody>
      </p:sp>
      <p:sp>
        <p:nvSpPr>
          <p:cNvPr id="307" name="Google Shape;307;p17"/>
          <p:cNvSpPr txBox="1">
            <a:spLocks noGrp="1"/>
          </p:cNvSpPr>
          <p:nvPr>
            <p:ph type="body" idx="1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¿Alguna pregunta?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95</Words>
  <Application>Microsoft Office PowerPoint</Application>
  <PresentationFormat>Presentación en pantalla (16:9)</PresentationFormat>
  <Paragraphs>22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Maven Pro</vt:lpstr>
      <vt:lpstr>Nunito</vt:lpstr>
      <vt:lpstr>Momentum</vt:lpstr>
      <vt:lpstr>Granjero Extranjero</vt:lpstr>
      <vt:lpstr>¿En qué consiste el juego?</vt:lpstr>
      <vt:lpstr>Miro:</vt:lpstr>
      <vt:lpstr>Lo avanzado hasta el momento:</vt:lpstr>
      <vt:lpstr>Metas futuras y personas encargadas:</vt:lpstr>
      <vt:lpstr>FIN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julio herraez</cp:lastModifiedBy>
  <cp:revision>4</cp:revision>
  <dcterms:modified xsi:type="dcterms:W3CDTF">2025-10-28T16:04:38Z</dcterms:modified>
</cp:coreProperties>
</file>